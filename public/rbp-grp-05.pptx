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66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 GOODS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400" b="1" dirty="0"/>
              <a:t>SKU Copilot</a:t>
            </a:r>
            <a:endParaRPr lang="en-US" sz="2400" b="1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takes a new-SKU launch brief — a new flavour, a new pack size, a new shopper promotion — and drives it through every system between marketing intent and retailer shelf. The network coordinates a master-data agent (item, BOM, hierarchy), a pricing-and-promo agent, an artwork-and-regulatory agent, a retailer-listing agent (EDI and GDSN per trading partner), a supply-and-allocation agent, and a launch-gate agent. Inputs: the launch brief, the product master, the retailer catalogue, the factory calendar, and the regulatory reference (nutrition, allergens, packaging rules by market). Output: generated master-data records, a priced and promoted listing pack per retailer, a regulator-compliant artwork brief, a constrained supply plan, and a launch-readiness view keyed to each go-live date. Target: SKU brief to retailer-listing-ready drops from sixteen weeks to four.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SKU touches item master, pricing, artwork, GDSN, EDI, plant routing, and marketing — each owned by a different team with a different tracker.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retailer demands its own attributes, hierarchy, and listing window; the program either serialises them or splinters into ten mini-projects.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late artwork or nutrition-compliance item slides the launch and flips the service view from amber to red overnight.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packaging regulation and map it to an artwork change plus a nutrition-panel revision — regs change and the mapping is judgement.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launch dashboard turns red but won't draft the retailer listing payload, the GDSN delta, or the amended PO that gets the launch green.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coordination forum of 20 leads meets weekly; 400 launches a year can't clear through a weekly call.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seeded SKU launch, generate master-data records, retailer listing packs, and an artwork brief in under 10 minutes.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of generated retailer fields validate against the target retailer's template on first submission.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regulatory values across 15 packaging attributes — every value must cite a source rule.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381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Goods — New SKU Orchestrator — Challenge Card</dc:title>
  <dc:subject>PptxGenJS Presentation</dc:subject>
  <dc:creator>PptxGenJS</dc:creator>
  <cp:lastModifiedBy>Raji Krishnamoorthy</cp:lastModifiedBy>
  <cp:revision>2</cp:revision>
  <dcterms:created xsi:type="dcterms:W3CDTF">2026-04-15T18:15:11Z</dcterms:created>
  <dcterms:modified xsi:type="dcterms:W3CDTF">2026-04-15T18:20:59Z</dcterms:modified>
</cp:coreProperties>
</file>
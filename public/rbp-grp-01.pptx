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69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6616" y="246888"/>
            <a:ext cx="1280160" cy="2011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6616" y="2468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CLOUD DOMAIN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493776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ready to go live? Let the agents decide.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 orchestrator dispatches four specialist agents in parallel — Technical Readiness, Security &amp; Compliance, Business Continuity, and Commercial Risk. Each reads its own documents and returns a structured finding. The master synthesizes all four into a single go/no-go verdict, flags conflicts, and produces a steering committee draft ready to send.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2724912" cy="29260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2724912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36576" cy="1920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487168"/>
            <a:ext cx="24688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teams own readiness inputs — no single person holds the full picture before the decision is forced</a:t>
            </a:r>
            <a:endParaRPr lang="en-US" sz="9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sees only their domain; cross-functional visibility arrives too late to act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post-go-live blocker carries direct contractual and financial consequence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2121408"/>
            <a:ext cx="272491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10128" y="2414016"/>
            <a:ext cx="2724912" cy="1920240"/>
          </a:xfrm>
          <a:prstGeom prst="rect">
            <a:avLst/>
          </a:prstGeom>
          <a:solidFill>
            <a:srgbClr val="F0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10128" y="2414016"/>
            <a:ext cx="36576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2487168"/>
            <a:ext cx="24688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LLMs can reason across test logs, legal clauses, security scans, and runbooks — no integration required</a:t>
            </a:r>
            <a:endParaRPr lang="en-US" sz="9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cross-domain signals require contextual judgement that rules engines cannot provide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delivers expert panel reasoning at a fraction of the time and cost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0216" y="2121408"/>
            <a:ext cx="2724912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0216" y="2121408"/>
            <a:ext cx="2724912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0216" y="2414016"/>
            <a:ext cx="2724912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0216" y="2414016"/>
            <a:ext cx="36576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64808" y="2487168"/>
            <a:ext cx="24688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verdict with RAG status across all 4 dimensions produced in under 5 minutes</a:t>
            </a:r>
            <a:endParaRPr lang="en-US" sz="9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 planted blockers in the test data correctly identified and attributed</a:t>
            </a:r>
            <a:endParaRPr lang="en-US" sz="900" dirty="0"/>
          </a:p>
          <a:p>
            <a:pPr marL="342900" indent="-342900" algn="l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draft passes facilitator review with zero structural edits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211</Words>
  <Application>Microsoft Macintosh PowerPoint</Application>
  <PresentationFormat>On-screen Show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Raji Krishnamoorthy</cp:lastModifiedBy>
  <cp:revision>2</cp:revision>
  <dcterms:created xsi:type="dcterms:W3CDTF">2026-04-15T17:44:15Z</dcterms:created>
  <dcterms:modified xsi:type="dcterms:W3CDTF">2026-04-15T17:46:37Z</dcterms:modified>
</cp:coreProperties>
</file>
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1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 MARKETS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</a:t>
            </a:r>
            <a:r>
              <a:rPr lang="en-US" sz="2600" b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Copilot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watches a delivery manager's full growth-markets portfolio — 20+ programs spread across countries, currencies, client tiers, and time zones — and surfaces the risks, staffing moves, and client actions that need attention this week. The network coordinates a program-health agent (burn, velocity, NPS, backlog health), a staffing agent (skills, bench, mobility, visa), a contract-and-commercials agent (currency drift, scope creep, renewal dates), a compliance agent (data residency, local labour rules, tax), and an action-drafter agent. Inputs: the program tracker, the resource management system, the contract repository, the risk register, and the market-specific compliance catalogue. Output: a ranked list of programs needing attention with the specific lever named, a staffing move with named candidates, a drafted client note where relevant, and a compliance alert when a cross-border move triggers a rule. Target: weekly portfolio review drops from six hours to 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growth-markets portfolio is 20+ small-to-mid programs across 10+ countries; no two share tooling, governance, or invoicing, and the view rolls up at month-end.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and skills live in a different system from program data; the right person for a slipping program sits in another country with a visa and a notice period.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compliance — data residency, labour law, tax — shifts per country; a safe move in one market lands as a finding in the next.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 client email about a scope shift, correlate it to the contract and resource plan, and propose a response — the signals are narrative.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dashboard shows 12 ambers but won't name the three driving the quarter or the specific action that closes them.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weekly calls across ten country leads take a full day; a small-deal portfolio can't afford that much of the DM's week.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 seeded programs, rank the three needing attention this week with a correctly named lever; ≥85% facilitator agreement.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flagged program, produce a staffing proposal with two named candidates and a blocker call-out in under 5 minutes.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contract terms or compliance claims — every proposal must cite a source record.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Markets — Portfolio Delivery Copilot — Challenge Card</dc:title>
  <dc:subject>PptxGenJS Presentation</dc:subject>
  <dc:creator>PptxGenJS</dc:creator>
  <cp:lastModifiedBy>Raji Krishnamoorthy</cp:lastModifiedBy>
  <cp:revision>2</cp:revision>
  <dcterms:created xsi:type="dcterms:W3CDTF">2026-04-15T18:41:17Z</dcterms:created>
  <dcterms:modified xsi:type="dcterms:W3CDTF">2026-04-15T18:42:51Z</dcterms:modified>
</cp:coreProperties>
</file>
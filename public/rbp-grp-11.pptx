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8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452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74520" y="32004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74520" y="320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 RESOURCES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Copilot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orchestrator that watches the workforce and flags employees most likely to leave in the next 30 to 60 days — with a specific retention action for each, not a generic risk score. The network coordinates a signals agent (tenure, role age, pay-band delta, project fit, skill-utilisation, learning activity, engagement-survey free text), a reason-inference agent (grouping signals into a named driver like career stall, comp gap, or team conflict), an action-drafter agent (conversation brief, internal-move suggestion, spot-bonus case, learning nomination), and an HRBP hand-off agent. Inputs: the HRIS, the resource management system, the learning platform, survey responses, and the past retention-action log. Output: a ranked list of at-risk employees, the inferred driver with cited signals, a recommended action per person, and a drafted talking track for the HR business partner. Target: save one in four flagged leavers over a quarter.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06624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706624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dashboards arrive monthly when the resignations arrived on Monday; by the time the trend is visible, the counter-offer window has closed.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live across HRIS, RMS, learning, and surveys — no single view tells you why a person is disengaging.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actions default to generic levers when the real driver is a specific manager or stalled role.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2834640"/>
            <a:ext cx="2706624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2834640"/>
            <a:ext cx="2706624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38144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can score risk but can't read 300 free-text engagement comments and cluster them into the actual driver for each employee.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retention dashboard ranks risk but won't draft the specific conversation the manager needs to have, citing the signals that drove the flag.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HRBP review covers a few hundred per partner; a 20,000-person firm can't interview at that rate.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2834640"/>
            <a:ext cx="2706624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834640"/>
            <a:ext cx="270662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30 seeded employees, produce a risk tier with an inferred driver and a cited signal set; ≥80% facilitator agreement with ground truth.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specific, on-brand retention action drafted per flagged employee in under 10 seconds, usable by the HRBP without rewrite on ≥70% of cases.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fabricated personal data or payroll values; every cited signal traces to a source system field.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Microsoft Macintosh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— Attrition Early-Warning Copilot — Challenge Card</dc:title>
  <dc:subject>PptxGenJS Presentation</dc:subject>
  <dc:creator>PptxGenJS</dc:creator>
  <cp:lastModifiedBy>Raji Krishnamoorthy</cp:lastModifiedBy>
  <cp:revision>2</cp:revision>
  <dcterms:created xsi:type="dcterms:W3CDTF">2026-04-15T18:48:00Z</dcterms:created>
  <dcterms:modified xsi:type="dcterms:W3CDTF">2026-04-15T18:48:40Z</dcterms:modified>
</cp:coreProperties>
</file>
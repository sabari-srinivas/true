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86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400" b="1" dirty="0"/>
              <a:t>Network Rollout Copilot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drives a 5G or fibre rollout program from site brief to acceptance across the sub-programs that make up a telco build. The network coordinates a site-acquisition agent (landlord, lease, permit), a civils-and-power agent, an RF-and-transport-planning agent, a vendor-logistics agent (equipment, SLA, ETA), a commissioning-and-acceptance agent, and a program-risk agent. Inputs: the rollout plan, the site master with permit and zoning state, the current vendor commitments, weather and workforce calendars, and the acceptance-test catalogue. Output: a resequenced delivery plan, a red-amber-green site register with the blocker named, a drafted escalation for each stuck site, a revised forecast by cluster, and a ready-for-commissioning list the field team can work next week. Target: forecast accuracy per cluster above 90%, with surprises caught two weeks earlier.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site carries 40+ dependencies across seven vendors; the master plan assumes one critical path while seven real ones collide each week.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rolls up to a traffic-light colour that hides the one blocker that matters — a permit delay, a fibre slip, a grid connection six months out.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get written on a Friday when the board wants them Monday; by the time the memo lands, the slip has doubled.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permit rejection letter, infer the remedy, and update the site plan — the reasoning needs context that doesn't fit in rules.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dashboard shows amber across 300 sites but won't name the five driving the cluster forecast or draft the vendor escalation that unblocks them.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Monday review of 30 leads covers 40 sites an hour; an 800-site program runs out of hours long before it runs out of issues.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 seeded site records, produce a tiered RAG status with the specific blocker named — ≥85% agreement with facilitator review.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cluster-level forecast delta in under 5 minutes end-to-end, citing the site records that moved the number.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dates — every committed or revised milestone must cite a source field from the site master or vendor record.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399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— Network Rollout Orchestrator — Challenge Card</dc:title>
  <dc:subject>PptxGenJS Presentation</dc:subject>
  <dc:creator>PptxGenJS</dc:creator>
  <cp:lastModifiedBy>Raji Krishnamoorthy</cp:lastModifiedBy>
  <cp:revision>2</cp:revision>
  <dcterms:created xsi:type="dcterms:W3CDTF">2026-04-15T18:27:30Z</dcterms:created>
  <dcterms:modified xsi:type="dcterms:W3CDTF">2026-04-15T18:31:12Z</dcterms:modified>
</cp:coreProperties>
</file>
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EED76-5C7F-4FFE-8244-B81EE455D2ED}" v="3" dt="2026-04-16T04:55:06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536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74520" y="320040"/>
            <a:ext cx="1783080" cy="256032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74520" y="320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 SOLUTIONS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</a:t>
            </a:r>
            <a:r>
              <a:rPr lang="en-US" sz="24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</a:t>
            </a: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Copilot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orchestrator that takes a legacy estate — a 20-year-old mainframe suite, a tangle of Java monoliths, or a Pega-and-Oracle stack — and produces a defensible modernisation plan the TDA board can commit to. The network coordinates a code-and-artefact-ingestion agent (COBOL, JCL, stored procs, batch scripts), a functional-decomposition agent (business capabilities, transaction flows, SLAs), a target-pattern agent (microservice, strangler-fig, event-driven, SaaS replacement), a dependency-and-data agent (interfaces, DB schemas, file drops, reference data), and a wave-plan agent that sequences the cutovers. Inputs: the source repositories, the production runbooks, the integration catalogue, the data-lineage map, and the target reference patterns. Output: a capability map, a move-group wave plan with named interim states, a risk register with the data-integrity cliffs called out, a sized cost and effort model, and a draft ADR per major decision. Target: first-pass modernisation plan in a week instead of a quarter.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706624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706624" cy="3657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that runs the business is 40 years old; the author retired in 2011 and the design docs disagree with production.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capabilities span six systems and four batch chains; no single artefact says which moves together and which can be carved out cleanly.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wave sequence strands data mid-cutover; the architect carries the board risk while discovery takes six more weeks.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73552" y="2834640"/>
            <a:ext cx="2706624" cy="2194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73552" y="2834640"/>
            <a:ext cx="2706624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38144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38144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 engine can't read COBOL copybooks and JCL, infer the business intent, and map it to a modern capability — the reasoning is narrative.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static-analysis tool lists 18,000 modules but won't group them into move-groups or draft the ADR that justifies the target pattern.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discovery by three senior architects runs a full quarter; most clients won't fund that before committing to the programme.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9904" y="2834640"/>
            <a:ext cx="2706624" cy="21945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2834640"/>
            <a:ext cx="2706624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3273552"/>
            <a:ext cx="241401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seeded 500-module estate, produce a capability map with ≥85% module coverage cited to source files; facilitator-verified.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wave plan with named interim states and data-cutover steps, produced in under 15 minutes; accepted without rewrite on ≥70% of waves.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fabricated interfaces or data flows — every cited dependency traces to a source artefact in the repo or integration catalogue.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36C335FB32024BACE653A395B5BB6B" ma:contentTypeVersion="19" ma:contentTypeDescription="Create a new document." ma:contentTypeScope="" ma:versionID="effc8daf6f3cf7a040055cfb1d813b8c">
  <xsd:schema xmlns:xsd="http://www.w3.org/2001/XMLSchema" xmlns:xs="http://www.w3.org/2001/XMLSchema" xmlns:p="http://schemas.microsoft.com/office/2006/metadata/properties" xmlns:ns3="9cd945e2-b03a-4a3a-acfe-101ca62eb06d" xmlns:ns4="1ddab57c-fe41-4889-a3d9-8e667fdc9d26" targetNamespace="http://schemas.microsoft.com/office/2006/metadata/properties" ma:root="true" ma:fieldsID="a0bfb35e656862a080d032512dc0d6d0" ns3:_="" ns4:_="">
    <xsd:import namespace="9cd945e2-b03a-4a3a-acfe-101ca62eb06d"/>
    <xsd:import namespace="1ddab57c-fe41-4889-a3d9-8e667fdc9d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d945e2-b03a-4a3a-acfe-101ca62eb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dab57c-fe41-4889-a3d9-8e667fdc9d2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cd945e2-b03a-4a3a-acfe-101ca62eb06d" xsi:nil="true"/>
  </documentManagement>
</p:properties>
</file>

<file path=customXml/itemProps1.xml><?xml version="1.0" encoding="utf-8"?>
<ds:datastoreItem xmlns:ds="http://schemas.openxmlformats.org/officeDocument/2006/customXml" ds:itemID="{DB1C2287-B70B-425C-9CAF-1FE7B0E335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d945e2-b03a-4a3a-acfe-101ca62eb06d"/>
    <ds:schemaRef ds:uri="1ddab57c-fe41-4889-a3d9-8e667fdc9d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7FF8901-55B1-47E9-A548-475A81A1BF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566DC9-9389-4BAF-B196-58BD0419BEFC}">
  <ds:schemaRefs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1ddab57c-fe41-4889-a3d9-8e667fdc9d26"/>
    <ds:schemaRef ds:uri="9cd945e2-b03a-4a3a-acfe-101ca62eb06d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On-screen Show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Solutions — Legacy Modernisation Copilot — Challenge Card</dc:title>
  <dc:subject>PptxGenJS Presentation</dc:subject>
  <dc:creator>PptxGenJS</dc:creator>
  <cp:lastModifiedBy>Sabari H</cp:lastModifiedBy>
  <cp:revision>2</cp:revision>
  <dcterms:created xsi:type="dcterms:W3CDTF">2026-04-15T18:57:19Z</dcterms:created>
  <dcterms:modified xsi:type="dcterms:W3CDTF">2026-04-16T04:55:07Z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0x0101000D36C335FB32024BACE653A395B5BB6B</vt:lpwstr>
  </property>
</Properties>
</file>
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16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 ·  UK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Rulebook copilot.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ingests a new FCA or PRA rulebook update — a Consumer Duty revision, an SCA clarification, an APP scam reimbursement change — and turns it into a traceable impact and test plan across the bank. The network coordinates a rule-interpreter agent, a requirement-delta agent, a service-impact agent (touchpoint mapping across APIs and data contracts), a test-generator agent (unit, integration, journey), and a release-gate agent. Inputs: the rulebook artefact (PDF, policy statement, consultation outcome), the current requirement and test repository, the service catalogue, and the affected customer journeys. Output: a ranked list of impacted features, updated acceptance criteria, a generated regression pack with traceability to the cited rule, a platform-impact note, and a delivery schedule with the compliance gate pre-wired. Target: rule publication to test-pack-ready drops from twelve weeks to two sprints.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rulebook update lands as a 60-page PDF with annexes; mapping clauses to epics costs a fortnight before a test case exists.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service catalogue, and journey tests live in three different tools; tracing one rule through them by hand burns the last Friday of every sprint.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plan is built against last quarter's rulebook; every change order re-sequences the roadmap and the architecture review.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an FCA policy statement, infer intent, and map it to your product and test ontology — the interpretation is the hard part.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traceability dashboard shows gaps but won't draft the acceptance criteria, the negative-path test, or the journey update that closes them.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requirements workshop of 15 SMEs runs monthly; the FCA publishes updates faster than you can book the room.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seeded rulebook update, produce an impact list, requirement delta, and a regression-pack skeleton in under 10 minutes.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 of generated test cases trace back to a named rule clause; any untraceable case fails the gate.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acceptance criteria across 20 clauses — every AC must quote a source paragraph.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Banking — Regulatory Change Orchestrator — Challenge Card</dc:title>
  <dc:subject>PptxGenJS Presentation</dc:subject>
  <dc:creator>PptxGenJS</dc:creator>
  <cp:lastModifiedBy>Raji Krishnamoorthy</cp:lastModifiedBy>
  <cp:revision>2</cp:revision>
  <dcterms:created xsi:type="dcterms:W3CDTF">2026-04-15T18:11:56Z</dcterms:created>
  <dcterms:modified xsi:type="dcterms:W3CDTF">2026-04-15T18:12:43Z</dcterms:modified>
</cp:coreProperties>
</file>
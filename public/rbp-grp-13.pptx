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34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floor copilot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turns every unplanned line stoppage into a named root cause, a corrective action, and a traceable record across the OT-IT stack on the shopfloor. The network coordinates a telemetry agent (PLC tags, SCADA alarms, historian trends), an MES-and-quality agent (batch records, scrap, first-pass yield), a maintenance agent (CMMS work orders, spare parts, MTTR/MTBF), an ERP-and-supply agent (material, changeover, schedule impact), and an incident-drafter agent. Inputs: the line's historian stream, the MES batch record, CMMS history, the P&amp;ID and control-narrative library, and the maintenance playbook. Output: a ranked root-cause hypothesis with cited tags and alarms, a drafted work order to the right technician, a production-impact note for the scheduler, and a control-loop tuning recommendation where relevant. Target: mean-time-to-diagnose cut by half, with repeat stoppages down 30% per quarter.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live in historians, MES, SCADA, and CMMS — each from a different vendor with a different tag dictionary; joining them to a single event takes a morning.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technician who actually knows why line 3 stalls every Thursday is retiring; the tribal knowledge isn't written down in any playbook.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floods hide the causal signal; a stoppage throws 400 alarms in ten seconds and the architect has to read them all.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 control-narrative document, correlate it to the alarm sequence, and name the failed interlock — the reasoning spans prose and tags.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OEE dashboard shows the downtime but won't draft the corrective work order, citing the tag trace and the spare part the maintenance team needs.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RCA meeting takes two hours and covers one event; a plant with 40 stoppages a week can't staff that rhythm.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15 seeded stoppage events, propose a ranked root cause with cited tags and alarms; ≥80% facilitator agreement with ground truth.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drafted work order produced in under 2 minutes, accepted by a senior technician without rewrite on ≥70% of cases.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tag values or part numbers — every cited field traces to a source record in the historian, MES, or CMMS.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— Line Downtime Root-Cause Copilot — Challenge Card</dc:title>
  <dc:subject>PptxGenJS Presentation</dc:subject>
  <dc:creator>PptxGenJS</dc:creator>
  <cp:lastModifiedBy>Raji Krishnamoorthy</cp:lastModifiedBy>
  <cp:revision>2</cp:revision>
  <dcterms:created xsi:type="dcterms:W3CDTF">2026-04-15T18:52:47Z</dcterms:created>
  <dcterms:modified xsi:type="dcterms:W3CDTF">2026-04-15T18:53:38Z</dcterms:modified>
</cp:coreProperties>
</file>
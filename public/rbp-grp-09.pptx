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8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82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233172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 SOLUTIONS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Manager assistant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turns an inbound RFP or RFI into a shaped, costed, and defensible proposal across the full bid team. The network coordinates an RFP-ingestion agent (requirements, mandatory responses, evaluation criteria), a solution-architect agent (map to reference architectures, flag gaps), a transition-plan agent (cutover, rebadging, knowledge transfer), a case-study agent (retrieve relevant proofs with citations), a pricing-and-commercial agent, and a compliance-matrix agent. Inputs: the RFP document set, the solution catalogue, prior bid responses, the case-study library, standard rate cards, and the win-theme brief. Output: a requirements-to-response matrix, a first-draft narrative per section with citations, a solution diagram tied to reference patterns, a transition plan with headcount and duration, a price build, and a red-flag register. Target: first-draft proposal in two days instead of two weeks.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RFP lands with 400 requirements, a 14-day clock, and a client who wants it tailored; pre-sales rewrites the same boilerplate for the third time this quarter.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case studies and solution patterns live with three architects already booked on live deliveries; every proposal starts with a Slack chase.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plan, pricing, and solution never fully align; no one owns the final version on submission day.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a narrative requirement, understand the intent, and draft a tailored response — enterprise RFPs reward voice and judgement.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proposal-template library lists documents but won't pick the right case study, map it to the client's industry, and rewrite the opening to the win theme.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bid review by three SMEs per proposal bottlenecks the pipeline; qualified deals drop because the bid team runs out.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seeded RFP, map ≥90% of requirements to a draft response with a cited source — facilitator-verified.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First-draft narrative in under 10 minutes, accepted by pre-sales without rewrite on ≥70% of sections.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client references or metrics — every case study and stat traces to a source artefact in the library.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Macintosh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Solutions — Bid-Response Copilot — Challenge Card</dc:title>
  <dc:subject>PptxGenJS Presentation</dc:subject>
  <dc:creator>PptxGenJS</dc:creator>
  <cp:lastModifiedBy>Raji Krishnamoorthy</cp:lastModifiedBy>
  <cp:revision>2</cp:revision>
  <dcterms:created xsi:type="dcterms:W3CDTF">2026-04-15T18:37:43Z</dcterms:created>
  <dcterms:modified xsi:type="dcterms:W3CDTF">2026-04-15T18:38:55Z</dcterms:modified>
</cp:coreProperties>
</file>
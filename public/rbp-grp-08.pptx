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88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5420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74520" y="320040"/>
            <a:ext cx="2788920" cy="256032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74520" y="3200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PROCESS  OPERATIONS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Exception-Handling Copilot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8412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multi-agent orchestrator that picks up every exception thrown by a high-volume back-office queue — a stuck invoice, an unmatched PO, a KYC remediation, a claims kick-out — and drives it to resolution or a clean human hand-off. The network coordinates an intake-classification agent, a policy-and-playbook agent, an enrichment agent (ERP, CRM, document store), a decision-and-disposition agent, and a hand-off agent that writes the case note and the escalation. Inputs: the exception record, the upstream transaction, the customer or vendor master, the relevant playbook, and the SLA clock. Output: a dispositioned case with cited rationale, an enriched record pushed back to the system of record, a draft reply to the upstream caller, or a routed escalation with the missing piece named. Target: first-pass auto-disposition above 60%, with SLA breaches cut by half.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2706624" cy="21945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2706624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3273552"/>
            <a:ext cx="24140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work breaks the SLA — a 3% kick-out rate ends up on senior analysts who were meant to be coaching, not clearing backlogs.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client has a slightly different playbook; standing up a new line of business costs six weeks of retraining before throughput stabilises.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in exception teams runs at twice the baseline; you lose the analysts whose judgement the hardest cases actually need.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73552" y="2834640"/>
            <a:ext cx="2706624" cy="219456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73552" y="2834640"/>
            <a:ext cx="2706624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38144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GenAI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38144" y="3273552"/>
            <a:ext cx="24140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rules engine can't read a free-text vendor email, extract the short-pay reason, and map it to the right playbook step — the input is unstructured.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productivity dashboard shows the queue growing but won't classify the exception, propose the disposition, or draft the note that closes it.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QA on 3% of cases misses the 1% pattern driving the tail; spotting it needs a read of every case, not a sample.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9904" y="2834640"/>
            <a:ext cx="2706624" cy="21945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9904" y="2834640"/>
            <a:ext cx="2706624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54496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54496" y="3273552"/>
            <a:ext cx="24140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30 seeded exceptions, propose a correct disposition with a cited policy step on ≥70% of cases; facilitator-verified.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Case-note draft produced in under 8 seconds, accepted by a senior analyst without rewrite on ≥80% of cases.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fabricated field values when writing back to the system of record — every value traces to a source system or document.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397</Words>
  <Application>Microsoft Macintosh PowerPoint</Application>
  <PresentationFormat>On-screen Show (16:9)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BPO — Exception-Handling Copilot — Challenge Card</dc:title>
  <dc:subject>PptxGenJS Presentation</dc:subject>
  <dc:creator>PptxGenJS</dc:creator>
  <cp:lastModifiedBy>Raji Krishnamoorthy</cp:lastModifiedBy>
  <cp:revision>2</cp:revision>
  <dcterms:created xsi:type="dcterms:W3CDTF">2026-04-15T18:33:25Z</dcterms:created>
  <dcterms:modified xsi:type="dcterms:W3CDTF">2026-04-15T18:34:24Z</dcterms:modified>
</cp:coreProperties>
</file>
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8DE86F-A3E1-4DCA-8E12-0805F8E6EEBC}" v="3" dt="2026-04-16T04:54:15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031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74520" y="32004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74520" y="3200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</a:t>
            </a:r>
            <a:r>
              <a:rPr lang="en-US" sz="2600" b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Copilot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orchestrator that drives a clinical trial from site activation through database lock across the sub-programs that make up a pharma study. The network coordinates a site-activation agent (IRB, regulatory, contract, essential docs), a patient-recruitment agent (enrolment pace, screen-fail rate, site performance), a protocol-deviation agent (amendments, safety events, CAPA), a data-and-monitoring agent (EDC queries, SDV backlog, lab discrepancies), and a vendor-coordination agent (CRO, central lab, IRT). Inputs: the protocol, the CTMS, the EDC, the regulatory binder, site start-up trackers, and vendor SLAs. Output: a ranked risk register with the specific blocker named per site, a recruitment forecast with corrective actions, a drafted site-escalation note, a protocol-deviation brief with regulatory impact, and a database-lock readiness view. Target: site activation cycle time cut by 30%, with enrolment surprises caught four weeks earlier.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706624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706624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study runs across 80+ sites, 12 countries, and six vendors; the weekly status call hides which three sites are actually driving the enrolment slip.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amendments ripple through IRBs, ICFs, EDC, and vendor contracts — by the time the change lands at every site, the study clock has already moved.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site-activation milestone compounds; a four-week delay up front costs a quarter of database lock.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2834640"/>
            <a:ext cx="2706624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552" y="2834640"/>
            <a:ext cx="2706624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8144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38144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can't read a monitoring visit report, correlate it to EDC queries and lab trends, and name the site-level root cause — the signal is narrative.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CTMS dashboard shows 18 sites amber but won't draft the specific escalation the site manager needs to send, citing the protocol and deviation record.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weekly review of 80 sites per PM takes two days; a portfolio of five studies can't afford that much of the PM's week.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2834640"/>
            <a:ext cx="2706624" cy="21945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2834640"/>
            <a:ext cx="270662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20 seeded sites, produce a tiered risk view with the specific blocker named; ≥85% facilitator agreement with ground truth.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drafted site-escalation note produced in under 5 minutes, accepted by the PM without rewrite on ≥70% of cases.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fabricated protocol or regulatory claims — every cited field traces to a source record in CTMS, EDC, or the regulatory binder.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36C335FB32024BACE653A395B5BB6B" ma:contentTypeVersion="19" ma:contentTypeDescription="Create a new document." ma:contentTypeScope="" ma:versionID="effc8daf6f3cf7a040055cfb1d813b8c">
  <xsd:schema xmlns:xsd="http://www.w3.org/2001/XMLSchema" xmlns:xs="http://www.w3.org/2001/XMLSchema" xmlns:p="http://schemas.microsoft.com/office/2006/metadata/properties" xmlns:ns3="9cd945e2-b03a-4a3a-acfe-101ca62eb06d" xmlns:ns4="1ddab57c-fe41-4889-a3d9-8e667fdc9d26" targetNamespace="http://schemas.microsoft.com/office/2006/metadata/properties" ma:root="true" ma:fieldsID="a0bfb35e656862a080d032512dc0d6d0" ns3:_="" ns4:_="">
    <xsd:import namespace="9cd945e2-b03a-4a3a-acfe-101ca62eb06d"/>
    <xsd:import namespace="1ddab57c-fe41-4889-a3d9-8e667fdc9d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d945e2-b03a-4a3a-acfe-101ca62eb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dab57c-fe41-4889-a3d9-8e667fdc9d2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d945e2-b03a-4a3a-acfe-101ca62eb06d" xsi:nil="true"/>
  </documentManagement>
</p:properties>
</file>

<file path=customXml/itemProps1.xml><?xml version="1.0" encoding="utf-8"?>
<ds:datastoreItem xmlns:ds="http://schemas.openxmlformats.org/officeDocument/2006/customXml" ds:itemID="{C0E4A5BD-6801-428A-93F1-FC6BD4A5BA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d945e2-b03a-4a3a-acfe-101ca62eb06d"/>
    <ds:schemaRef ds:uri="1ddab57c-fe41-4889-a3d9-8e667fdc9d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948192-A15A-4B69-BD37-C8A80A8D7C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BF3880-AFCE-4367-A914-78D3A7714718}">
  <ds:schemaRefs>
    <ds:schemaRef ds:uri="http://purl.org/dc/terms/"/>
    <ds:schemaRef ds:uri="9cd945e2-b03a-4a3a-acfe-101ca62eb06d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1ddab57c-fe41-4889-a3d9-8e667fdc9d2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 — Clinical Trial Delivery Copilot — Challenge Card</dc:title>
  <dc:subject>PptxGenJS Presentation</dc:subject>
  <dc:creator>PptxGenJS</dc:creator>
  <cp:lastModifiedBy>Sabari H</cp:lastModifiedBy>
  <cp:revision>2</cp:revision>
  <dcterms:created xsi:type="dcterms:W3CDTF">2026-04-15T18:50:23Z</dcterms:created>
  <dcterms:modified xsi:type="dcterms:W3CDTF">2026-04-16T04:54:16Z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0x0101000D36C335FB32024BACE653A395B5BB6B</vt:lpwstr>
  </property>
</Properties>
</file>
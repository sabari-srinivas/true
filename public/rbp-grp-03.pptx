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9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7564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74520" y="32004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74520" y="320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 ·  PRODUCTS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200" b="1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Product Change Orchestrator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1385316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multi-agent orchestrator that takes a product-change request — a new savings tier, a revised overdraft fee, a promotional APY, a new card feature — and drives it from intake to production across the bank's product stack. The network coordinates a product-spec agent, a core-banking-config agent, a disclosure-and-legal agent, a channel-enablement agent (digital, branch, IVR), and a compliance-gate agent. Inputs: the change request, the current product configuration, the regulatory jurisdiction, and the target go-live date. Output: a sequenced delivery plan, config drafts for the core, updated T&amp;C and disclosure copy, refreshed teller scripts, a regulator-notice draft, and a green-lit compliance checkpoint — or a routed exception when any gate fails. What takes six months and forty handoffs today should run in two weeks with one auditable trail.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706624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706624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change touches 30+ systems owned by 15+ squads; your dependency tree turns into a Jira war room for each fee adjustment.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compliance, and disclosure copy run on a different track from engineering — by the time they align, the pricing window has closed.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rate in the core hits the GL, the statement, and the tax file at once; every stakeholder wants a different blast radius.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2834640"/>
            <a:ext cx="2706624" cy="2194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73552" y="2834640"/>
            <a:ext cx="2706624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38144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38144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 engine can't read an English product spec and translate it into core parameters, disclosure clauses, and channel copy at the same time.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delivery dashboard tells you a gate is blocked but can't draft the compliance memo, the T&amp;C delta, or the regulator notice that unblocks it.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 product council of 12 SMEs meets weekly; a weekly forum can't clear eight product changes a month.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9904" y="2834640"/>
            <a:ext cx="2706624" cy="21945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2834640"/>
            <a:ext cx="270662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54496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54496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seeded product change, produce a delivery plan, disclosure delta, and core-config draft in under 10 minutes.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≥90% of generated config and disclosure artefacts pass a facilitator review against the reference spec — zero fabricated fee values.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compliance-gate failure routes with a cited policy clause; no silent approvals appear in the run log.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394</Words>
  <Application>Microsoft Macintosh PowerPoint</Application>
  <PresentationFormat>On-screen Show 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Products — Challenge Card</dc:title>
  <dc:subject>PptxGenJS Presentation</dc:subject>
  <dc:creator>PptxGenJS</dc:creator>
  <cp:lastModifiedBy>Raji Krishnamoorthy</cp:lastModifiedBy>
  <cp:revision>2</cp:revision>
  <dcterms:created xsi:type="dcterms:W3CDTF">2026-04-15T18:00:08Z</dcterms:created>
  <dcterms:modified xsi:type="dcterms:W3CDTF">2026-04-15T18:02:29Z</dcterms:modified>
</cp:coreProperties>
</file>